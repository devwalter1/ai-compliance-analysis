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8F9FA"/>
                </a:solidFill>
              </a:defRPr>
            </a:pPr>
            <a:r>
              <a:t>AI Compliance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0096C7"/>
                </a:solidFill>
              </a:defRPr>
            </a:pPr>
            <a:r>
              <a:t>Marktanalyse &amp; Strategische Empfehlungen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</a:defRPr>
            </a:pPr>
            <a:r>
              <a:t>🎩 Created by Walter for Artur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9FA"/>
                </a:solidFill>
              </a:defRPr>
            </a:pPr>
            <a:r>
              <a:t>Das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87% der Unternehmen nutzen AI – aber haben keine Kontrolle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Shadow AI: 40% der AI-Ausgaben sind unsichtbar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EU AI Act: Strafen bis zu €35M oder 7% Umsatz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Keine Echtzeit-Sichtbarkeit über AI-Aktivitäten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Audit-Trails sind manuell, fehleranfällig, unvollständig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9FA"/>
                </a:solidFill>
              </a:defRPr>
            </a:pPr>
            <a:r>
              <a:t>Die Lösung: AI Compliance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Echtzeit-Traffic-Analyse aller AI-Systeme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Automatische Discovery von Shadow AI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Process Mining für AI-Anomalien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Audit-ready Compliance-Dokumentation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Nachweisbarkeit: 'Dieser Prozess enthält 0% AI'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9FA"/>
                </a:solidFill>
              </a:defRPr>
            </a:pPr>
            <a:r>
              <a:t>Markt &amp; Timing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Marktgröße: $2.2B (2025) → $11B (2036) bei 16% CAGR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EU AI Act seit Feb 2025 in Kraft – Pflichtbedarf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60% der Compliance-Offiziere planen AI RegTech-Käufe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Timing: Unternehmen suchen JETZT nach Lösungen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9FA"/>
                </a:solidFill>
              </a:defRPr>
            </a:pPr>
            <a:r>
              <a:t>Wettbewerb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Credo AI, ModelOp: Governance-Fokus, aber kein Echtzeit-Monitoring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Fiddler, Arize: Technisches Monitoring, wenig Compliance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Datadog, Splunk: Generische Observability, nicht AI-spezifisch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Unser Differentiator: Echtzeit + Process Mining + Compliance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9FA"/>
                </a:solidFill>
              </a:defRPr>
            </a:pPr>
            <a:r>
              <a:t>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Beachhead: EU Mid-Market (500-5.000 MA) in Finanzen/Versicherungen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Entry Point: AI Discovery (einfach, sofortiger Wert)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Expansion: Echtzeit-Monitoring → Compliance Automation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Pricing: €499-€1.999/Monat + Usage-based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9FA"/>
                </a:solidFill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Monat 1-3: MVP – AI Discovery via Browser Extension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Monat 4-6: Product-Market Fit mit Pilotkunden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Monat 7-12: Scale mit Echtzeit-Monitoring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Jahr 2: Platform mit Marketplace &amp; API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9FA"/>
                </a:solidFill>
              </a:defRPr>
            </a:pPr>
            <a:r>
              <a:t>Finanzierung &amp; Ziele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Pre-Seed: €250k für MVP und erste Kunden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Seed: €1-2M für Product-Market Fit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Ziel Jahr 1: €100k ARR, 10 Kunden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Ziel Jahr 2: €1M ARR, 50 Kunden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9FA"/>
                </a:solidFill>
              </a:defRPr>
            </a:pPr>
            <a:r>
              <a:t>Warum jetzt?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EU AI Act schafft sofortigen Pflichtbedarf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Shadow AI Problem eskaliert gerade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Wettbewerb ist fragmentiert, kein klarer Marktführer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First-mover Advantage in Echtzeit-Compliance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9FA"/>
                </a:solidFill>
              </a:defRPr>
            </a:pPr>
            <a:r>
              <a:t>Risiken &amp;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Big Tech könnte nachziehen → Open Source Core, Community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Lange Sales Cycles → Freemium, PLG-Elemente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Technische Komplexität → MVP zuerst, iterativ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Trust-Defizit → Open Source, Referenzen, Zertifizierungen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9FA"/>
                </a:solidFill>
              </a:defRPr>
            </a:pPr>
            <a:r>
              <a:t>Fazit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Valider Markt mit realem, dringendem Problem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Innovativer Ansatz mit klarem Differentiator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Regulatorischer Tailwind (EU AI Act)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Empfohlene Strategie: MVP → Validierung → Scale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GO – aber mit Augenmaß und Fokus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8F9FA"/>
                </a:solidFill>
              </a:defRPr>
            </a:pPr>
            <a:r>
              <a:t>Danke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0096C7"/>
                </a:solidFill>
              </a:defRPr>
            </a:pPr>
            <a:r>
              <a:t>Fragen?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</a:defRPr>
            </a:pPr>
            <a:r>
              <a:t>🎩 Created by Walter for Artur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